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7990"/>
    <a:srgbClr val="5E728A"/>
    <a:srgbClr val="677A90"/>
    <a:srgbClr val="F2F6F9"/>
    <a:srgbClr val="143258"/>
    <a:srgbClr val="EBEAE6"/>
    <a:srgbClr val="F2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2" d="100"/>
          <a:sy n="82" d="100"/>
        </p:scale>
        <p:origin x="64" y="2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3D9EA6-7A3D-4419-B61E-24B089E51C23}" type="datetimeFigureOut">
              <a:rPr lang="tr-TR" smtClean="0"/>
              <a:t>29.03.2026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F4935-A33B-4E2B-A35F-DC675DFF88B9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2778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F4935-A33B-4E2B-A35F-DC675DFF88B9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9116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F4935-A33B-4E2B-A35F-DC675DFF88B9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7452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F4935-A33B-4E2B-A35F-DC675DFF88B9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6343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F4935-A33B-4E2B-A35F-DC675DFF88B9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21775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F4935-A33B-4E2B-A35F-DC675DFF88B9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73220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F4935-A33B-4E2B-A35F-DC675DFF88B9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5909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24574859-7F4C-D599-E5E3-13190FA6C79E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4" name="Dikdörtgen 3">
            <a:extLst>
              <a:ext uri="{FF2B5EF4-FFF2-40B4-BE49-F238E27FC236}">
                <a16:creationId xmlns:a16="http://schemas.microsoft.com/office/drawing/2014/main" id="{B5D94BBC-6D58-F715-7C0F-87A336FD01F1}"/>
              </a:ext>
            </a:extLst>
          </p:cNvPr>
          <p:cNvSpPr/>
          <p:nvPr/>
        </p:nvSpPr>
        <p:spPr>
          <a:xfrm>
            <a:off x="11328400" y="7769817"/>
            <a:ext cx="4038600" cy="304800"/>
          </a:xfrm>
          <a:prstGeom prst="rect">
            <a:avLst/>
          </a:prstGeom>
          <a:solidFill>
            <a:srgbClr val="F2F6F9"/>
          </a:solidFill>
          <a:ln>
            <a:solidFill>
              <a:srgbClr val="F2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F2B9B4C9-FC82-919E-03ED-F756F09C9BAB}"/>
              </a:ext>
            </a:extLst>
          </p:cNvPr>
          <p:cNvSpPr txBox="1"/>
          <p:nvPr/>
        </p:nvSpPr>
        <p:spPr>
          <a:xfrm>
            <a:off x="12700000" y="7737551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rgbClr val="657990"/>
                </a:solidFill>
              </a:rPr>
              <a:t>SUNUCU:    Umut UYGUR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B1462300-07AD-56F5-69C2-BE533218C03E}"/>
              </a:ext>
            </a:extLst>
          </p:cNvPr>
          <p:cNvSpPr/>
          <p:nvPr/>
        </p:nvSpPr>
        <p:spPr>
          <a:xfrm>
            <a:off x="9471" y="8855990"/>
            <a:ext cx="16256000" cy="304800"/>
          </a:xfrm>
          <a:prstGeom prst="rect">
            <a:avLst/>
          </a:prstGeom>
          <a:solidFill>
            <a:srgbClr val="143258"/>
          </a:solidFill>
          <a:ln>
            <a:solidFill>
              <a:srgbClr val="14325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B097449D-8F72-F113-2A9D-CAAF25F931C6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322F5F91-97CD-40A2-7E49-63AF948648F5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CD90AB0B-5090-8B45-E3DF-5EC61FD410E2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358D17D4-6617-A430-B900-D2EFF3D872B0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4056AA25-21A1-7FA4-0C1B-0D488462C4FD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2D819F04-5E66-5E75-E0B0-3DEDD7C9F5E2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653EA876-26FC-497A-1539-F7F57651595B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3CEBDDC5-3AF1-7532-B09E-5BAAA027EAAC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F16EBAA1-E560-2CA4-2ACB-740F8B20CFF3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solidFill>
            <a:srgbClr val="EBEAE6"/>
          </a:solidFill>
          <a:ln>
            <a:solidFill>
              <a:srgbClr val="EBEA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68931531-0C5A-ABAC-52F4-7ED3473CF45C}"/>
              </a:ext>
            </a:extLst>
          </p:cNvPr>
          <p:cNvSpPr/>
          <p:nvPr/>
        </p:nvSpPr>
        <p:spPr>
          <a:xfrm>
            <a:off x="0" y="8839200"/>
            <a:ext cx="16256000" cy="304800"/>
          </a:xfrm>
          <a:prstGeom prst="rect">
            <a:avLst/>
          </a:prstGeom>
          <a:solidFill>
            <a:srgbClr val="F2F5FA"/>
          </a:solidFill>
          <a:ln>
            <a:solidFill>
              <a:srgbClr val="F2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Dikdörtgen 2">
            <a:extLst>
              <a:ext uri="{FF2B5EF4-FFF2-40B4-BE49-F238E27FC236}">
                <a16:creationId xmlns:a16="http://schemas.microsoft.com/office/drawing/2014/main" id="{22C6CA08-8BEC-AE22-09D6-9304CD822991}"/>
              </a:ext>
            </a:extLst>
          </p:cNvPr>
          <p:cNvSpPr/>
          <p:nvPr/>
        </p:nvSpPr>
        <p:spPr>
          <a:xfrm>
            <a:off x="-35732" y="8610600"/>
            <a:ext cx="16256000" cy="533400"/>
          </a:xfrm>
          <a:prstGeom prst="rect">
            <a:avLst/>
          </a:prstGeom>
          <a:solidFill>
            <a:srgbClr val="EBEAE6"/>
          </a:solidFill>
          <a:ln>
            <a:solidFill>
              <a:srgbClr val="EBEA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</Words>
  <Application>Microsoft Office PowerPoint</Application>
  <PresentationFormat>Özel</PresentationFormat>
  <Paragraphs>7</Paragraphs>
  <Slides>13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umut uygur</cp:lastModifiedBy>
  <cp:revision>4</cp:revision>
  <dcterms:created xsi:type="dcterms:W3CDTF">2006-08-16T00:00:00Z</dcterms:created>
  <dcterms:modified xsi:type="dcterms:W3CDTF">2026-03-29T20:38:29Z</dcterms:modified>
</cp:coreProperties>
</file>